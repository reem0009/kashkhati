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EED182-6BCD-A000-9C3A-CC5F9771276A}" v="2" dt="2026-09-13T11:41:46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em almasri" userId="41b3eec952d6db41" providerId="Windows Live" clId="Web-{EDEED182-6BCD-A000-9C3A-CC5F9771276A}"/>
    <pc:docChg chg="modSld">
      <pc:chgData name="reem almasri" userId="41b3eec952d6db41" providerId="Windows Live" clId="Web-{EDEED182-6BCD-A000-9C3A-CC5F9771276A}" dt="2026-09-13T11:41:46.672" v="1" actId="1076"/>
      <pc:docMkLst>
        <pc:docMk/>
      </pc:docMkLst>
      <pc:sldChg chg="modSp">
        <pc:chgData name="reem almasri" userId="41b3eec952d6db41" providerId="Windows Live" clId="Web-{EDEED182-6BCD-A000-9C3A-CC5F9771276A}" dt="2026-09-13T11:41:46.672" v="1" actId="1076"/>
        <pc:sldMkLst>
          <pc:docMk/>
          <pc:sldMk cId="0" sldId="259"/>
        </pc:sldMkLst>
        <pc:spChg chg="mod">
          <ac:chgData name="reem almasri" userId="41b3eec952d6db41" providerId="Windows Live" clId="Web-{EDEED182-6BCD-A000-9C3A-CC5F9771276A}" dt="2026-09-13T11:41:46.672" v="1" actId="1076"/>
          <ac:spMkLst>
            <pc:docMk/>
            <pc:sldMk cId="0" sldId="259"/>
            <ac:spMk id="20" creationId="{00000000-0000-0000-0000-000000000000}"/>
          </ac:spMkLst>
        </pc:spChg>
      </pc:sldChg>
    </pc:docChg>
  </pc:docChgLst>
  <pc:docChgLst>
    <pc:chgData name="reem almasri" userId="41b3eec952d6db41" providerId="Windows Live" clId="Web-{280CB929-39D3-352A-AE0B-99528731CED1}"/>
    <pc:docChg chg="modSld">
      <pc:chgData name="reem almasri" userId="41b3eec952d6db41" providerId="Windows Live" clId="Web-{280CB929-39D3-352A-AE0B-99528731CED1}" dt="2026-09-11T11:02:01.273" v="154" actId="1076"/>
      <pc:docMkLst>
        <pc:docMk/>
      </pc:docMkLst>
      <pc:sldChg chg="addSp delSp modSp">
        <pc:chgData name="reem almasri" userId="41b3eec952d6db41" providerId="Windows Live" clId="Web-{280CB929-39D3-352A-AE0B-99528731CED1}" dt="2026-09-10T19:25:06.442" v="9" actId="1076"/>
        <pc:sldMkLst>
          <pc:docMk/>
          <pc:sldMk cId="0" sldId="256"/>
        </pc:sldMkLst>
        <pc:picChg chg="mod">
          <ac:chgData name="reem almasri" userId="41b3eec952d6db41" providerId="Windows Live" clId="Web-{280CB929-39D3-352A-AE0B-99528731CED1}" dt="2026-09-10T19:25:06.442" v="9" actId="1076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reem almasri" userId="41b3eec952d6db41" providerId="Windows Live" clId="Web-{280CB929-39D3-352A-AE0B-99528731CED1}" dt="2026-09-10T19:24:56.363" v="8" actId="1076"/>
          <ac:picMkLst>
            <pc:docMk/>
            <pc:sldMk cId="0" sldId="256"/>
            <ac:picMk id="9" creationId="{D0DF29EB-F6A8-0CEC-9AC4-373E210098AE}"/>
          </ac:picMkLst>
        </pc:picChg>
        <pc:picChg chg="add mod">
          <ac:chgData name="reem almasri" userId="41b3eec952d6db41" providerId="Windows Live" clId="Web-{280CB929-39D3-352A-AE0B-99528731CED1}" dt="2026-09-10T19:24:47.285" v="7" actId="1076"/>
          <ac:picMkLst>
            <pc:docMk/>
            <pc:sldMk cId="0" sldId="256"/>
            <ac:picMk id="10" creationId="{72BFAAA8-9D39-9E64-0405-A369E885CA20}"/>
          </ac:picMkLst>
        </pc:picChg>
      </pc:sldChg>
      <pc:sldChg chg="addSp delSp modSp">
        <pc:chgData name="reem almasri" userId="41b3eec952d6db41" providerId="Windows Live" clId="Web-{280CB929-39D3-352A-AE0B-99528731CED1}" dt="2026-09-10T19:27:16.790" v="32" actId="20577"/>
        <pc:sldMkLst>
          <pc:docMk/>
          <pc:sldMk cId="0" sldId="258"/>
        </pc:sldMkLst>
        <pc:spChg chg="mod">
          <ac:chgData name="reem almasri" userId="41b3eec952d6db41" providerId="Windows Live" clId="Web-{280CB929-39D3-352A-AE0B-99528731CED1}" dt="2026-09-10T19:27:16.790" v="32" actId="20577"/>
          <ac:spMkLst>
            <pc:docMk/>
            <pc:sldMk cId="0" sldId="258"/>
            <ac:spMk id="17" creationId="{00000000-0000-0000-0000-000000000000}"/>
          </ac:spMkLst>
        </pc:spChg>
        <pc:picChg chg="add mod">
          <ac:chgData name="reem almasri" userId="41b3eec952d6db41" providerId="Windows Live" clId="Web-{280CB929-39D3-352A-AE0B-99528731CED1}" dt="2026-09-10T19:26:22.991" v="17" actId="1076"/>
          <ac:picMkLst>
            <pc:docMk/>
            <pc:sldMk cId="0" sldId="258"/>
            <ac:picMk id="28" creationId="{B1CB0994-ED7F-3AD4-CCFC-D364595757C7}"/>
          </ac:picMkLst>
        </pc:picChg>
      </pc:sldChg>
      <pc:sldChg chg="addSp delSp modSp">
        <pc:chgData name="reem almasri" userId="41b3eec952d6db41" providerId="Windows Live" clId="Web-{280CB929-39D3-352A-AE0B-99528731CED1}" dt="2026-09-10T19:33:01.073" v="94" actId="20577"/>
        <pc:sldMkLst>
          <pc:docMk/>
          <pc:sldMk cId="0" sldId="259"/>
        </pc:sldMkLst>
        <pc:spChg chg="mod">
          <ac:chgData name="reem almasri" userId="41b3eec952d6db41" providerId="Windows Live" clId="Web-{280CB929-39D3-352A-AE0B-99528731CED1}" dt="2026-09-10T19:31:49.507" v="86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reem almasri" userId="41b3eec952d6db41" providerId="Windows Live" clId="Web-{280CB929-39D3-352A-AE0B-99528731CED1}" dt="2026-09-10T19:29:15.719" v="51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eem almasri" userId="41b3eec952d6db41" providerId="Windows Live" clId="Web-{280CB929-39D3-352A-AE0B-99528731CED1}" dt="2026-09-10T19:32:19.274" v="88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reem almasri" userId="41b3eec952d6db41" providerId="Windows Live" clId="Web-{280CB929-39D3-352A-AE0B-99528731CED1}" dt="2026-09-10T19:33:01.073" v="94" actId="20577"/>
          <ac:spMkLst>
            <pc:docMk/>
            <pc:sldMk cId="0" sldId="259"/>
            <ac:spMk id="27" creationId="{00000000-0000-0000-0000-000000000000}"/>
          </ac:spMkLst>
        </pc:spChg>
        <pc:picChg chg="add mod">
          <ac:chgData name="reem almasri" userId="41b3eec952d6db41" providerId="Windows Live" clId="Web-{280CB929-39D3-352A-AE0B-99528731CED1}" dt="2026-09-10T19:29:37.173" v="54" actId="1076"/>
          <ac:picMkLst>
            <pc:docMk/>
            <pc:sldMk cId="0" sldId="259"/>
            <ac:picMk id="32" creationId="{5A491B3C-51F8-E6F5-FD97-F377C2DD2D02}"/>
          </ac:picMkLst>
        </pc:picChg>
        <pc:picChg chg="add mod">
          <ac:chgData name="reem almasri" userId="41b3eec952d6db41" providerId="Windows Live" clId="Web-{280CB929-39D3-352A-AE0B-99528731CED1}" dt="2026-09-10T19:29:58.253" v="57" actId="1076"/>
          <ac:picMkLst>
            <pc:docMk/>
            <pc:sldMk cId="0" sldId="259"/>
            <ac:picMk id="33" creationId="{0274733A-3508-E18D-C292-7A1307791A01}"/>
          </ac:picMkLst>
        </pc:picChg>
        <pc:picChg chg="add mod">
          <ac:chgData name="reem almasri" userId="41b3eec952d6db41" providerId="Windows Live" clId="Web-{280CB929-39D3-352A-AE0B-99528731CED1}" dt="2026-09-10T19:30:22.675" v="63" actId="1076"/>
          <ac:picMkLst>
            <pc:docMk/>
            <pc:sldMk cId="0" sldId="259"/>
            <ac:picMk id="34" creationId="{8AB8F607-90C3-E98C-894C-BA0EA439B625}"/>
          </ac:picMkLst>
        </pc:picChg>
        <pc:picChg chg="add mod">
          <ac:chgData name="reem almasri" userId="41b3eec952d6db41" providerId="Windows Live" clId="Web-{280CB929-39D3-352A-AE0B-99528731CED1}" dt="2026-09-10T19:31:26.116" v="76" actId="1076"/>
          <ac:picMkLst>
            <pc:docMk/>
            <pc:sldMk cId="0" sldId="259"/>
            <ac:picMk id="35" creationId="{EA103C97-C949-C1A9-30EB-1852F57B090E}"/>
          </ac:picMkLst>
        </pc:picChg>
        <pc:picChg chg="add mod">
          <ac:chgData name="reem almasri" userId="41b3eec952d6db41" providerId="Windows Live" clId="Web-{280CB929-39D3-352A-AE0B-99528731CED1}" dt="2026-09-10T19:31:12.537" v="75" actId="1076"/>
          <ac:picMkLst>
            <pc:docMk/>
            <pc:sldMk cId="0" sldId="259"/>
            <ac:picMk id="36" creationId="{BD32CE20-4595-D39E-CDCE-81425816E159}"/>
          </ac:picMkLst>
        </pc:picChg>
      </pc:sldChg>
      <pc:sldChg chg="addSp delSp modSp">
        <pc:chgData name="reem almasri" userId="41b3eec952d6db41" providerId="Windows Live" clId="Web-{280CB929-39D3-352A-AE0B-99528731CED1}" dt="2026-09-10T19:38:06.319" v="138" actId="20577"/>
        <pc:sldMkLst>
          <pc:docMk/>
          <pc:sldMk cId="0" sldId="260"/>
        </pc:sldMkLst>
        <pc:spChg chg="mod">
          <ac:chgData name="reem almasri" userId="41b3eec952d6db41" providerId="Windows Live" clId="Web-{280CB929-39D3-352A-AE0B-99528731CED1}" dt="2026-09-10T19:33:20.230" v="98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reem almasri" userId="41b3eec952d6db41" providerId="Windows Live" clId="Web-{280CB929-39D3-352A-AE0B-99528731CED1}" dt="2026-09-10T19:38:06.319" v="138" actId="20577"/>
          <ac:spMkLst>
            <pc:docMk/>
            <pc:sldMk cId="0" sldId="260"/>
            <ac:spMk id="19" creationId="{00000000-0000-0000-0000-000000000000}"/>
          </ac:spMkLst>
        </pc:spChg>
        <pc:spChg chg="add mod">
          <ac:chgData name="reem almasri" userId="41b3eec952d6db41" providerId="Windows Live" clId="Web-{280CB929-39D3-352A-AE0B-99528731CED1}" dt="2026-09-10T19:33:40.106" v="102" actId="1076"/>
          <ac:spMkLst>
            <pc:docMk/>
            <pc:sldMk cId="0" sldId="260"/>
            <ac:spMk id="22" creationId="{6B0202E6-C68F-07B0-9C52-40C95E4AFA44}"/>
          </ac:spMkLst>
        </pc:spChg>
        <pc:picChg chg="mod">
          <ac:chgData name="reem almasri" userId="41b3eec952d6db41" providerId="Windows Live" clId="Web-{280CB929-39D3-352A-AE0B-99528731CED1}" dt="2026-09-10T19:33:20.230" v="99" actId="1076"/>
          <ac:picMkLst>
            <pc:docMk/>
            <pc:sldMk cId="0" sldId="260"/>
            <ac:picMk id="16" creationId="{00000000-0000-0000-0000-000000000000}"/>
          </ac:picMkLst>
        </pc:picChg>
        <pc:picChg chg="add mod">
          <ac:chgData name="reem almasri" userId="41b3eec952d6db41" providerId="Windows Live" clId="Web-{280CB929-39D3-352A-AE0B-99528731CED1}" dt="2026-09-10T19:34:59" v="119" actId="1076"/>
          <ac:picMkLst>
            <pc:docMk/>
            <pc:sldMk cId="0" sldId="260"/>
            <ac:picMk id="23" creationId="{E4176B38-9333-A473-C00E-805131B8D8AE}"/>
          </ac:picMkLst>
        </pc:picChg>
      </pc:sldChg>
      <pc:sldChg chg="modSp">
        <pc:chgData name="reem almasri" userId="41b3eec952d6db41" providerId="Windows Live" clId="Web-{280CB929-39D3-352A-AE0B-99528731CED1}" dt="2026-09-10T19:39:23.212" v="142" actId="20577"/>
        <pc:sldMkLst>
          <pc:docMk/>
          <pc:sldMk cId="0" sldId="263"/>
        </pc:sldMkLst>
        <pc:spChg chg="mod">
          <ac:chgData name="reem almasri" userId="41b3eec952d6db41" providerId="Windows Live" clId="Web-{280CB929-39D3-352A-AE0B-99528731CED1}" dt="2026-09-10T19:39:17.759" v="140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reem almasri" userId="41b3eec952d6db41" providerId="Windows Live" clId="Web-{280CB929-39D3-352A-AE0B-99528731CED1}" dt="2026-09-10T19:39:23.212" v="142" actId="20577"/>
          <ac:spMkLst>
            <pc:docMk/>
            <pc:sldMk cId="0" sldId="263"/>
            <ac:spMk id="16" creationId="{00000000-0000-0000-0000-000000000000}"/>
          </ac:spMkLst>
        </pc:spChg>
      </pc:sldChg>
      <pc:sldChg chg="modSp">
        <pc:chgData name="reem almasri" userId="41b3eec952d6db41" providerId="Windows Live" clId="Web-{280CB929-39D3-352A-AE0B-99528731CED1}" dt="2026-09-11T11:00:15.707" v="147" actId="20577"/>
        <pc:sldMkLst>
          <pc:docMk/>
          <pc:sldMk cId="0" sldId="265"/>
        </pc:sldMkLst>
        <pc:spChg chg="mod">
          <ac:chgData name="reem almasri" userId="41b3eec952d6db41" providerId="Windows Live" clId="Web-{280CB929-39D3-352A-AE0B-99528731CED1}" dt="2026-09-11T11:00:15.707" v="147" actId="20577"/>
          <ac:spMkLst>
            <pc:docMk/>
            <pc:sldMk cId="0" sldId="265"/>
            <ac:spMk id="7" creationId="{00000000-0000-0000-0000-000000000000}"/>
          </ac:spMkLst>
        </pc:spChg>
      </pc:sldChg>
      <pc:sldChg chg="addSp delSp modSp">
        <pc:chgData name="reem almasri" userId="41b3eec952d6db41" providerId="Windows Live" clId="Web-{280CB929-39D3-352A-AE0B-99528731CED1}" dt="2026-09-11T11:02:01.273" v="154" actId="1076"/>
        <pc:sldMkLst>
          <pc:docMk/>
          <pc:sldMk cId="0" sldId="266"/>
        </pc:sldMkLst>
        <pc:spChg chg="mod">
          <ac:chgData name="reem almasri" userId="41b3eec952d6db41" providerId="Windows Live" clId="Web-{280CB929-39D3-352A-AE0B-99528731CED1}" dt="2026-09-11T11:01:19.459" v="148" actId="20577"/>
          <ac:spMkLst>
            <pc:docMk/>
            <pc:sldMk cId="0" sldId="266"/>
            <ac:spMk id="6" creationId="{00000000-0000-0000-0000-000000000000}"/>
          </ac:spMkLst>
        </pc:spChg>
        <pc:picChg chg="mod">
          <ac:chgData name="reem almasri" userId="41b3eec952d6db41" providerId="Windows Live" clId="Web-{280CB929-39D3-352A-AE0B-99528731CED1}" dt="2026-09-11T11:01:53.382" v="153" actId="1076"/>
          <ac:picMkLst>
            <pc:docMk/>
            <pc:sldMk cId="0" sldId="266"/>
            <ac:picMk id="2" creationId="{00000000-0000-0000-0000-000000000000}"/>
          </ac:picMkLst>
        </pc:picChg>
        <pc:picChg chg="mod">
          <ac:chgData name="reem almasri" userId="41b3eec952d6db41" providerId="Windows Live" clId="Web-{280CB929-39D3-352A-AE0B-99528731CED1}" dt="2026-09-11T11:02:01.273" v="154" actId="1076"/>
          <ac:picMkLst>
            <pc:docMk/>
            <pc:sldMk cId="0" sldId="266"/>
            <ac:picMk id="4" creationId="{00000000-0000-0000-0000-000000000000}"/>
          </ac:picMkLst>
        </pc:picChg>
        <pc:picChg chg="add mod">
          <ac:chgData name="reem almasri" userId="41b3eec952d6db41" providerId="Windows Live" clId="Web-{280CB929-39D3-352A-AE0B-99528731CED1}" dt="2026-09-11T11:01:49.585" v="152" actId="1076"/>
          <ac:picMkLst>
            <pc:docMk/>
            <pc:sldMk cId="0" sldId="266"/>
            <ac:picMk id="10" creationId="{BBDD23CD-BF2E-4CC8-628C-418EB3878F7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76A24-65E6-408B-8953-3E8216023472}" type="datetimeFigureOut"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8DBEB-4A2D-4097-BA9A-BCA4A94A499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5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40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GUIDELINE</a:t>
            </a:r>
            <a:endParaRPr lang="en-US" sz="1500" dirty="0"/>
          </a:p>
        </p:txBody>
      </p:sp>
      <p:pic>
        <p:nvPicPr>
          <p:cNvPr id="5" name="Image 1" descr="/home/claude/guideline/assets/dividers/logodivider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8" y="4519397"/>
            <a:ext cx="2926080" cy="36642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F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 · Typography · The Star Mark · Wordmark · Lockups · Dividers · Pattern · Seals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BF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DEHEIYYA — BRAND GUIDELINE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DF29EB-F6A8-0CEC-9AC4-373E21009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6194" y="2812128"/>
            <a:ext cx="6086475" cy="9715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BFAAA8-9D39-9E64-0405-A369E885C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645" y="1079193"/>
            <a:ext cx="1638300" cy="1733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Color Palette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core colors. These are the only flat colors approved for new brand applications.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83768" y="1874520"/>
            <a:ext cx="3291840" cy="2103120"/>
          </a:xfrm>
          <a:prstGeom prst="rect">
            <a:avLst/>
          </a:prstGeom>
          <a:solidFill>
            <a:srgbClr val="000000"/>
          </a:solidFill>
          <a:ln w="12700">
            <a:solidFill>
              <a:srgbClr val="DDDDDD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83768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#000000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83768" y="44988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501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Black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83768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dark neutral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49928" y="1874520"/>
            <a:ext cx="3291840" cy="2103120"/>
          </a:xfrm>
          <a:prstGeom prst="rect">
            <a:avLst/>
          </a:prstGeom>
          <a:solidFill>
            <a:srgbClr val="A50100"/>
          </a:solidFill>
          <a:ln w="12700">
            <a:solidFill>
              <a:srgbClr val="DDDDDD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49928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#A50100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49928" y="44988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501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49928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accent — the star, key wordmark treatments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16088" y="1874520"/>
            <a:ext cx="3291840" cy="2103120"/>
          </a:xfrm>
          <a:prstGeom prst="rect">
            <a:avLst/>
          </a:prstGeom>
          <a:solidFill>
            <a:srgbClr val="EDEBDE"/>
          </a:solidFill>
          <a:ln w="12700">
            <a:solidFill>
              <a:srgbClr val="DDDDDD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16088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#EDEBDE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16088" y="44988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501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Cream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16088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light neutral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EDEBD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7790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Tonal shades  </a:t>
            </a: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appear in the seals and dividers for shading/emboss effects (e.g. #3C3C3C, #B10402) — these are not separate approved palette colors.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DEHEIYYA — BRAND GUIDELINE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Typography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89204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ENGLISH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87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AdvertisingBold — the wordmark logotype ONLY. Not for headings or body text.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077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Heading Style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Playfair Display — general headings (Regular, Italic, Bold, Bold Italic, Black, Black Italic).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31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Body &amp; UI text reads clearly at small sizes.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70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Montserrat — body text and UI (variable weight + italic).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4828032"/>
            <a:ext cx="4846320" cy="1344168"/>
          </a:xfrm>
          <a:prstGeom prst="rect">
            <a:avLst/>
          </a:prstGeom>
          <a:solidFill>
            <a:srgbClr val="EDEBD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AdvertisingBold ≠ Playfair Display — never substitute one for the other.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2852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Wordmark diacritics: the D/H underlines, Y macrons, and A umlaut are 4 hand-drawn paths layered over plain “DEHEIYYA” — not typed characters. AdvertisingBold has no Ä glyph.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5440680" cy="489204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1572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ARABIC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18288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dirty="0" err="1">
                <a:solidFill>
                  <a:srgbClr val="000000"/>
                </a:solidFill>
                <a:latin typeface="Noto Naskh Arabic"/>
              </a:rPr>
              <a:t>دَّحِّيَ</a:t>
            </a:r>
            <a:r>
              <a:rPr lang="en-US" sz="3600" dirty="0">
                <a:solidFill>
                  <a:srgbClr val="000000"/>
                </a:solidFill>
                <a:latin typeface="Noto Naskh Arabic"/>
              </a:rPr>
              <a:t>ـــــــــة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487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Noto Naskh Arabic — the Arabic wordmark logotype.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8803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000000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عنوان رئيسي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Noto Naskh Arabic — also used for headings.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00000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نص تجريبي للواجهة والمحتوى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407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Noto Kufi Arabic — body text and UI only (not headings).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46520" y="4828032"/>
            <a:ext cx="4892040" cy="1344168"/>
          </a:xfrm>
          <a:prstGeom prst="rect">
            <a:avLst/>
          </a:prstGeom>
          <a:solidFill>
            <a:srgbClr val="EDEBD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495604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Noto Naskh Arabic covers both the logotype and headings; Noto Kufi Arabic is reserved for body text and UI — it is not used for headings.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56692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Arabic wordmark file is fully outlined (no font dependency); the heading/body samples above depend on the two Arabic fonts being installed.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DEHEIYYA — BRAND GUIDELINE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1CB0994-ED7F-3AD4-CCFC-D36459575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33" y="1866286"/>
            <a:ext cx="2685129" cy="4461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THE MARK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Star Mark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eight-pointed stepped/cross-stitch form with a woven checkerboard core. Never redraw, simplify, or approximate this shape.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011680" cy="1920240"/>
          </a:xfrm>
          <a:prstGeom prst="rect">
            <a:avLst/>
          </a:prstGeom>
          <a:solidFill>
            <a:srgbClr val="EDEBDE"/>
          </a:solidFill>
          <a:ln/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48640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logolightmode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1879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Black core — for LIGHT backgrounds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2724912" y="1874520"/>
            <a:ext cx="2011680" cy="1920240"/>
          </a:xfrm>
          <a:prstGeom prst="rect">
            <a:avLst/>
          </a:prstGeom>
          <a:solidFill>
            <a:srgbClr val="000000"/>
          </a:solidFill>
          <a:ln/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2724912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logored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2770632" y="41879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6B6558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Cream core — for BLACK backgrounds</a:t>
            </a:r>
            <a:endParaRPr lang="en-US" sz="850" dirty="0">
              <a:latin typeface="Montserrat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901184" y="187452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4901184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logoredborder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4946904" y="41879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Badge / app-icon treatment</a:t>
            </a:r>
            <a:endParaRPr lang="en-US" sz="870" dirty="0"/>
          </a:p>
        </p:txBody>
      </p:sp>
      <p:sp>
        <p:nvSpPr>
          <p:cNvPr id="17" name="Shape 12"/>
          <p:cNvSpPr/>
          <p:nvPr/>
        </p:nvSpPr>
        <p:spPr>
          <a:xfrm>
            <a:off x="7077456" y="1874520"/>
            <a:ext cx="2011680" cy="1920240"/>
          </a:xfrm>
          <a:prstGeom prst="rect">
            <a:avLst/>
          </a:prstGeom>
          <a:solidFill>
            <a:srgbClr val="A50100"/>
          </a:solidFill>
          <a:ln/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707745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logowhite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7123176" y="41879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6B6558"/>
                </a:solidFill>
                <a:latin typeface="Montserrat"/>
              </a:rPr>
              <a:t>Badge / app-icon treatment</a:t>
            </a:r>
            <a:endParaRPr lang="en-US" sz="900" dirty="0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9253728" y="1874520"/>
            <a:ext cx="2011680" cy="1920240"/>
          </a:xfrm>
          <a:prstGeom prst="rect">
            <a:avLst/>
          </a:prstGeom>
          <a:solidFill>
            <a:srgbClr val="000000"/>
          </a:solidFill>
          <a:ln/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16"/>
          <p:cNvSpPr txBox="1"/>
          <p:nvPr/>
        </p:nvSpPr>
        <p:spPr>
          <a:xfrm>
            <a:off x="9253728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logowhiteborder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9299448" y="41879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Low-contrast, for dark/photo backgrounds</a:t>
            </a:r>
            <a:endParaRPr lang="en-US" sz="870" dirty="0"/>
          </a:p>
        </p:txBody>
      </p:sp>
      <p:sp>
        <p:nvSpPr>
          <p:cNvPr id="25" name="Shape 18"/>
          <p:cNvSpPr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solidFill>
            <a:srgbClr val="000000"/>
          </a:solidFill>
          <a:ln/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19"/>
          <p:cNvSpPr txBox="1"/>
          <p:nvPr/>
        </p:nvSpPr>
        <p:spPr>
          <a:xfrm>
            <a:off x="822960" y="5193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Confirmed rule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822960" y="54864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BDE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The star's core color follows the background: black core on light/cream, cream core on black. Choose by background — never by preference.</a:t>
            </a:r>
            <a:endParaRPr lang="en-US" sz="1250" dirty="0">
              <a:latin typeface="Montserrat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DEHEIYYA — BRAND GUIDELINE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A491B3C-51F8-E6F5-FD97-F377C2DD2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304" y="1925996"/>
            <a:ext cx="1876425" cy="18097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274733A-3508-E18D-C292-7A1307791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914" y="1923896"/>
            <a:ext cx="1847850" cy="17811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AB8F607-90C3-E98C-894C-BA0EA439B6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43" y="1950577"/>
            <a:ext cx="1876425" cy="18097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A103C97-C949-C1A9-30EB-1852F57B09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9043" y="2037838"/>
            <a:ext cx="1466236" cy="155329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D32CE20-4595-D39E-CDCE-81425816E1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559" y="2037838"/>
            <a:ext cx="1466236" cy="15532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THE MARK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Wordmark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Exists standalone, independent of the star, in both English and Arabic.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ENGLISH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20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guideline/assets/wordmark/wordmark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432343"/>
            <a:ext cx="2468880" cy="39311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51960" y="2103120"/>
            <a:ext cx="3520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/home/claude/guideline/assets/wordmark/wordmark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2432343"/>
            <a:ext cx="2468880" cy="39311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955280" y="2103120"/>
            <a:ext cx="3520440" cy="1051560"/>
          </a:xfrm>
          <a:prstGeom prst="rect">
            <a:avLst/>
          </a:prstGeom>
          <a:solidFill>
            <a:srgbClr val="000000"/>
          </a:solidFill>
          <a:ln/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guideline/assets/wordmark/wordmark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2431853"/>
            <a:ext cx="2468880" cy="39409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ARABIC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48640" y="3749040"/>
            <a:ext cx="3520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3" descr="/home/claude/guideline/assets/wordmark/wordmarkarabicbl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3962848"/>
            <a:ext cx="2651760" cy="6239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947250" y="3749040"/>
            <a:ext cx="3520440" cy="1051560"/>
          </a:xfrm>
          <a:prstGeom prst="rect">
            <a:avLst/>
          </a:prstGeom>
          <a:solidFill>
            <a:srgbClr val="000000"/>
          </a:solidFill>
          <a:ln/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4" descr="/home/claude/guideline/assets/wordmark/wordmarkarabic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590" y="3962848"/>
            <a:ext cx="2651760" cy="62394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48640" y="5166360"/>
            <a:ext cx="11064240" cy="1005840"/>
          </a:xfrm>
          <a:prstGeom prst="rect">
            <a:avLst/>
          </a:prstGeom>
          <a:solidFill>
            <a:srgbClr val="EDEBDE"/>
          </a:solidFill>
          <a:ln/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2"/>
          <p:cNvSpPr txBox="1"/>
          <p:nvPr/>
        </p:nvSpPr>
        <p:spPr>
          <a:xfrm>
            <a:off x="822960" y="5166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150" b="1" dirty="0">
                <a:solidFill>
                  <a:srgbClr val="A50100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Construction note:  </a:t>
            </a:r>
            <a:r>
              <a:rPr lang="en-US" sz="1150" dirty="0">
                <a:solidFill>
                  <a:srgbClr val="000000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the underlines under D/H, macrons over both Ys, and the umlaut over A are 4 hand-drawn paths and two small squares layered over plain “DEHEIYYA” text — not typed diacritic characters. The Arabic files are fully outlined paths with no font dependency.</a:t>
            </a:r>
            <a:endParaRPr lang="en-US" sz="1150" dirty="0">
              <a:latin typeface="Montserrat"/>
            </a:endParaRPr>
          </a:p>
        </p:txBody>
      </p:sp>
      <p:sp>
        <p:nvSpPr>
          <p:cNvPr id="20" name="Text 1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DEHEIYYA — BRAND GUIDELINE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6B0202E6-C68F-07B0-9C52-40C95E4AFA44}"/>
              </a:ext>
            </a:extLst>
          </p:cNvPr>
          <p:cNvSpPr/>
          <p:nvPr/>
        </p:nvSpPr>
        <p:spPr>
          <a:xfrm>
            <a:off x="4252123" y="3749040"/>
            <a:ext cx="3520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4176B38-9333-A473-C00E-805131B8D8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7416" y="3956100"/>
            <a:ext cx="2696909" cy="6336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LOCKUPS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Approved Lockups — Brand Sheet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confirmed star + wordmark combinations. Treat every pairing shown here as approved — don't invent new color/background combinations without checking this sheet first.</a:t>
            </a:r>
            <a:endParaRPr lang="en-US" sz="1250" dirty="0"/>
          </a:p>
        </p:txBody>
      </p:sp>
      <p:pic>
        <p:nvPicPr>
          <p:cNvPr id="5" name="Image 0" descr="/home/claude/guideline/assets/lockups/brand_color_us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193" y="1783080"/>
            <a:ext cx="4749309" cy="4892040"/>
          </a:xfrm>
          <a:prstGeom prst="rect">
            <a:avLst/>
          </a:prstGeom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DEHEIYYA — BRAND GUIDELINE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LOCKUPS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Approved Lockups — Website &amp; Bilingual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confirmed lockups covering both English and Arabic wordmarks, as used in a digital/website context.</a:t>
            </a:r>
            <a:endParaRPr lang="en-US" sz="1250" dirty="0"/>
          </a:p>
        </p:txBody>
      </p:sp>
      <p:pic>
        <p:nvPicPr>
          <p:cNvPr id="5" name="Image 0" descr="/home/claude/guideline/assets/lockups/website_color_us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748" y="1737360"/>
            <a:ext cx="2342199" cy="4937760"/>
          </a:xfrm>
          <a:prstGeom prst="rect">
            <a:avLst/>
          </a:prstGeom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DEHEIYYA — BRAND GUIDELINE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SUPPORTING ELEMENTS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Dividers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distinct styles — each has a specific use case. They are not interchangeable alternates.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1024128"/>
          </a:xfrm>
          <a:prstGeom prst="rect">
            <a:avLst/>
          </a:prstGeom>
          <a:solidFill>
            <a:srgbClr val="FAFAF8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guideline/assets/dividers/divider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73483"/>
            <a:ext cx="3291840" cy="2262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0" y="2002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dividersmall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22951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Thin line + small red diamond, no star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863840" y="2203704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DEBD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63840" y="22037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kern="0" spc="50" dirty="0">
                <a:solidFill>
                  <a:srgbClr val="A50100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MINOR / INLINE BREAKS</a:t>
            </a:r>
            <a:endParaRPr lang="en-US" sz="1000" dirty="0">
              <a:latin typeface="Montserrat"/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3044952"/>
            <a:ext cx="11064240" cy="1024128"/>
          </a:xfrm>
          <a:prstGeom prst="rect">
            <a:avLst/>
          </a:prstGeom>
          <a:solidFill>
            <a:srgbClr val="FAFAF8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guideline/assets/dividers/logodivider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50903"/>
            <a:ext cx="3291840" cy="41222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3172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logodividersmall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4655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Thin line + small star motif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863840" y="3374136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DEBD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63840" y="33741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kern="0" spc="50" dirty="0">
                <a:solidFill>
                  <a:srgbClr val="A50100"/>
                </a:solidFill>
                <a:latin typeface="Montserrat"/>
              </a:rPr>
              <a:t>SECTION HEADERS</a:t>
            </a:r>
            <a:endParaRPr lang="en-US" sz="1000" kern="0" spc="50" dirty="0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48640" y="4215384"/>
            <a:ext cx="11064240" cy="1024128"/>
          </a:xfrm>
          <a:prstGeom prst="rect">
            <a:avLst/>
          </a:prstGeom>
          <a:solidFill>
            <a:srgbClr val="FAFAF8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2" descr="/home/claude/guideline/assets/dividers/bigmoondivi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338828"/>
            <a:ext cx="950369" cy="7772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72000" y="4343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bigmoondivider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0" y="46360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Full-size star flanked by thicker bars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863840" y="4544568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DEBDE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863840" y="4544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LARGER / HERO DIVIDER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5385816"/>
            <a:ext cx="11064240" cy="1024128"/>
          </a:xfrm>
          <a:prstGeom prst="rect">
            <a:avLst/>
          </a:prstGeom>
          <a:solidFill>
            <a:srgbClr val="FAFAF8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4" name="Image 3" descr="/home/claude/guideline/assets/dividers/patterndivi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29369"/>
            <a:ext cx="3291840" cy="33702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572000" y="5513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patterndivider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4572000" y="5806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Alternating diamonds with centered star; exact use vs. bigmoondivider unconfirmed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863840" y="5715000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EEE9DC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863840" y="5715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DECORATIVE — USE TBD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DEHEIYYA — BRAND GUIDELINE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SUPPORTING ELEMENTS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Pattern &amp; Seals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429768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guideline/assets/pattern/pat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322" y="1920240"/>
            <a:ext cx="2137276" cy="3246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5349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Repeating star tile for backgrounds / surfaces — not a mark or icon. If scaled down, ensure the stepped/checkerboard detail stays legible.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1737360"/>
            <a:ext cx="1691640" cy="178308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/home/claude/guideline/assets/seals/seal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45145"/>
            <a:ext cx="1417320" cy="136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035040" y="36118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sealblack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6035040" y="38587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emboss #3C3C3C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7863840" y="1737360"/>
            <a:ext cx="1691640" cy="178308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2" descr="/home/claude/guideline/assets/seals/seal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942881"/>
            <a:ext cx="1417320" cy="137203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863840" y="36118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sealred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7863840" y="38587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emboss #B10402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9692640" y="1737360"/>
            <a:ext cx="1691640" cy="1783080"/>
          </a:xfrm>
          <a:prstGeom prst="rect">
            <a:avLst/>
          </a:prstGeom>
          <a:solidFill>
            <a:srgbClr val="FAFAF8"/>
          </a:solidFill>
          <a:ln w="12700">
            <a:solidFill>
              <a:srgbClr val="E8E4D8"/>
            </a:solidFill>
            <a:prstDash val="solid"/>
          </a:ln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3" descr="/home/claude/guideline/assets/seals/seal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1949579"/>
            <a:ext cx="1417320" cy="135864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692640" y="36118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sealwhite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9692640" y="38587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emboss #EAE8DB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6035040" y="4251960"/>
            <a:ext cx="5120640" cy="1783080"/>
          </a:xfrm>
          <a:prstGeom prst="rect">
            <a:avLst/>
          </a:prstGeom>
          <a:solidFill>
            <a:srgbClr val="EDEBDE"/>
          </a:solidFill>
          <a:ln/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6263640" y="4389120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Don't recolor the embossed star to a flat palette hex (e.g. exact #A50100 on the red seal). The slightly-shifted tone is what makes the emboss effect read correctly — a flat exact-match color loses the dimensionality.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DEHEIYYA — BRAND GUIDELINE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DEBD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Do's and Don'ts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983480"/>
          </a:xfrm>
          <a:prstGeom prst="rect">
            <a:avLst/>
          </a:prstGeom>
          <a:solidFill>
            <a:srgbClr val="111111"/>
          </a:solidFill>
          <a:ln/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deck_icons/check_A50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BD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24028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the exact star shape provided — stepped silhouette + checkerboard core, always.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4D8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Match core color to background: black core on light, cream core on black.</a:t>
            </a:r>
            <a:endParaRPr lang="en-US" sz="1200" dirty="0">
              <a:latin typeface="Montserrat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AdvertisingBold only for the wordmark; Playfair Display for headings; Montserrat for body.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Rebuild diacritics as separate drawn marks over plain “DEHEIYYA,” exactly as sourced.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Diamond divider for section headers; star divider for minor/inline breaks.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the two approved-lockup sheets before pairing star + wordmark + background.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508760"/>
            <a:ext cx="5394960" cy="4983480"/>
          </a:xfrm>
          <a:prstGeom prst="rect">
            <a:avLst/>
          </a:prstGeom>
          <a:solidFill>
            <a:srgbClr val="2A0000"/>
          </a:solidFill>
          <a:ln/>
          <a:effectLst>
            <a:outerShdw blurRad="1143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/home/claude/deck_icons/times_EDEB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7373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866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BD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DON'T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583680" y="224028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Redraw, simplify, or geometrically approximate the star motif.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Pair the wrong core color against a background (cream on light, black on dark/red).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Substitute AdvertisingBold and Playfair Display for each other.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 diacritics as live Unicode characters — AdvertisingBold has no Ä glyph.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Swap divider use cases — star for headers or diamond for minor breaks.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E8E4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Recolor a seal's embossed star to a flat palette hex.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BF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DEHEIYYA — BRAND GUIDELINE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uideline/assets/logo/logo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821" y="1286223"/>
            <a:ext cx="1097280" cy="1161075"/>
          </a:xfrm>
          <a:prstGeom prst="rect">
            <a:avLst/>
          </a:prstGeom>
        </p:spPr>
      </p:pic>
      <p:pic>
        <p:nvPicPr>
          <p:cNvPr id="4" name="Image 1" descr="/home/claude/guideline/assets/dividers/logodivider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688" y="3841299"/>
            <a:ext cx="2560320" cy="32062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286000" y="41605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A50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Items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2286000" y="45262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BF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patterndivider vs. bigmoondivider — specific use case unconfirmed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asset files (SVG + PNG + fonts) accompany this deck.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BF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DEHEIYYA — BRAND GUIDELINE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DD23CD-BF2E-4CC8-628C-418EB3878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6375" y="2582709"/>
            <a:ext cx="6086475" cy="971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DEHEIYYA Brand Guideline</dc:title>
  <dc:subject>PptxGenJS Presentation</dc:subject>
  <dc:creator>DEHEIYYA</dc:creator>
  <cp:lastModifiedBy>DEHEIYYA</cp:lastModifiedBy>
  <cp:revision>87</cp:revision>
  <dcterms:created xsi:type="dcterms:W3CDTF">2026-09-10T19:16:03Z</dcterms:created>
  <dcterms:modified xsi:type="dcterms:W3CDTF">2026-09-13T11:41:54Z</dcterms:modified>
</cp:coreProperties>
</file>